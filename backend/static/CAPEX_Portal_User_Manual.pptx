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Calibri"/>
              </a:defRPr>
            </a:pPr>
            <a:r>
              <a:t>CAPEX PROCUREMENT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Complete User Manual &amp; System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Streamline your capital expenditure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From Request Submission to Commissioning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389120"/>
            <a:ext cx="310896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389120"/>
            <a:ext cx="310896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Multi-Level 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4389120"/>
            <a:ext cx="310896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Sample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029200"/>
            <a:ext cx="310896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029200"/>
            <a:ext cx="310896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5029200"/>
            <a:ext cx="310896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Master Data Mgmt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Designed &amp; Developed by Saurabh Jangir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 System Overview &amp;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 Login &amp; Authentication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 User Roles &amp; Permissions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 Admin Panel - Master Data Management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5.  Creating a CAPEX Request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6.  Approval Workflow (Department Head)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7.  Capex Head Review &amp; Buyer Assignment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8.  Buyer Workflow - Quotations &amp; Purchase Orders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9.  Sample Request &amp; Dispatch Management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10. Dashboard &amp; Analytics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11. Settings &amp; Customization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12. AI Assistant (Capex Man)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13. Notifications &amp;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1. 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is the CAPEX Portal?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The CAPEX Procurement Portal is a comprehensive digital platform designed to manage the entire lifecycle of Capital Expenditure requests in manufacturing organizations. It replaces paper-based workflows with a streamlined, role-based digital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Digital CAPEX request submission with auto-populated fields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Multi-level approval workflows (DH &gt; Capex Head &gt; Buyer)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Supplier quotation management and comparison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Purchase Order generation and tracking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Sample request, dispatch, and inspection management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Real-time analytics and cost savings tracking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AI-powered assistant for instant query resolution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Theme customization and dashboard personalization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71600"/>
            <a:ext cx="39319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03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Frontend: React + Tailwind CSS</a:t>
            </a:r>
          </a:p>
          <a:p>
            <a:pPr>
              <a:spcAft>
                <a:spcPts val="195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Backend: FastAPI (Python)</a:t>
            </a:r>
          </a:p>
          <a:p>
            <a:pPr>
              <a:spcAft>
                <a:spcPts val="195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Database: MongoDB</a:t>
            </a:r>
          </a:p>
          <a:p>
            <a:pPr>
              <a:spcAft>
                <a:spcPts val="195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AI: OpenAI GPT-5 Integration</a:t>
            </a:r>
          </a:p>
          <a:p>
            <a:pPr>
              <a:spcAft>
                <a:spcPts val="195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Auth: JWT + Google OAuth</a:t>
            </a:r>
          </a:p>
          <a:p>
            <a:pPr>
              <a:spcAft>
                <a:spcPts val="195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UI: Shadcn/UI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2. LOGIN &amp;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to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1. Open the portal URL in your browser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2. The space-themed login page loads with an interactive bearing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3. Click the pull cord OR press Space/Enter on keyboard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4. The lamp lights up and the login form slides in from the right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5. Enter your Email ID and Password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6. Click 'Login' to access the portal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OR click 'Sign in with Google' for Google OAuth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Forgot Password?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9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Click 'Forgot password?' link on the login form</a:t>
            </a:r>
          </a:p>
          <a:p>
            <a:pPr>
              <a:spcAft>
                <a:spcPts val="1439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Enter your registered email address</a:t>
            </a:r>
          </a:p>
          <a:p>
            <a:pPr>
              <a:spcAft>
                <a:spcPts val="1439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Submit a reset request - Admin will review and approve</a:t>
            </a:r>
          </a:p>
          <a:p>
            <a:pPr>
              <a:spcAft>
                <a:spcPts val="1439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Once approved, your password will be reset to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4572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Login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01168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Email + Password (Standard)</a:t>
            </a:r>
          </a:p>
          <a:p>
            <a:pPr>
              <a:spcAft>
                <a:spcPts val="195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Google OAuth (Single Sign-On)</a:t>
            </a:r>
          </a:p>
          <a:p>
            <a:pPr>
              <a:spcAft>
                <a:spcPts val="195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Keyboard shortcut: Space / Enter to reveal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931920"/>
            <a:ext cx="45720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Security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5720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JWT token-based authentication</a:t>
            </a:r>
          </a:p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Admin-controlled password resets</a:t>
            </a:r>
          </a:p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Session management with auto-logout</a:t>
            </a:r>
          </a:p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Brute force protection</a:t>
            </a:r>
          </a:p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Role-based page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3. USER ROLES &amp; PERMISSIONS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Full system administration access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Manage Plants, Departments, Users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Approve/reject password reset requests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Configure themes for admin panel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View system-wide statistics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47472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Capex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Review and approve/reject CAPEX requests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Assign buyers to approved requests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Monitor all requests and spending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Access executive analytics dashboard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Edit user details in sidebar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474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116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Manage assigned CAPEX requests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Handle supplier quotations and comparisons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Generate and manage Purchase Orders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Initiate and manage Sample Requests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Track dispatch, gate pass, and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34747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Department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Approve/reject requests from department users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View department-specific analytics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Monitor budget utilization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Access detailed request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4297680"/>
            <a:ext cx="347472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Process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937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Submit CAPEX requests for equipment/tooling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Track request progress through stages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View technical specifications and samples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Provide engineering input on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97680"/>
            <a:ext cx="3474720" cy="45720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937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Submit new CAPEX requests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Track personal request status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View assigned request details</a:t>
            </a:r>
          </a:p>
          <a:p>
            <a:pPr>
              <a:spcAft>
                <a:spcPts val="132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Receive notifications on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4. ADMIN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Master Data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Plants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Add new manufacturing plants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Edit existing plant names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Delete plants (if no dependencies)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Plants are linked to departments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Departments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Create departments under plants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Assign departments to specific plants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Edit department names and plant mapping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Department-based request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User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031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Create user accounts with all details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Assign roles, plant, department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Map users to Department Heads</a:t>
            </a:r>
          </a:p>
          <a:p>
            <a:pPr>
              <a:spcAft>
                <a:spcPts val="156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Reset passwords and manage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Creating a New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Required fields: Email, Full Name, Employee ID, Mobile Number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Account Setup: Password (for new users), Role selection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Location: Plant &amp; Department assignment (for User / DH roles)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Reporting: Map to Department Head (User role) or Capex Head (Buyer role)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The form is organized into labeled sections for professional data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389120"/>
            <a:ext cx="39319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Admin Theme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9377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Choose from multiple themes</a:t>
            </a:r>
          </a:p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Theme applies to admin panel only</a:t>
            </a:r>
          </a:p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Visual preview before selection</a:t>
            </a:r>
          </a:p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Saved per admin session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5. CREATING A CAPEX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Step-by-Step Request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1. Click 'New Request' from the Dashboard or sidebar menu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2. Plant and Department are auto-populated from your profile (non-editable)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3. Fill in the request details: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Item Name / Description / Specification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Quantity and Estimated Budget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Justification for the expenditure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Priority level (Low / Medium / High / Critical)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4. Attach supporting documents if needed (drawings, specs, photos)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5. Submit the request for Department Head approval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6. Track your request status from the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29768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Auto-Populated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116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Plant - from your user profile</a:t>
            </a:r>
          </a:p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Department - from your user profile</a:t>
            </a:r>
          </a:p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Requested By - your name</a:t>
            </a:r>
          </a:p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Date - auto-set to current date</a:t>
            </a:r>
          </a:p>
          <a:p>
            <a:pPr>
              <a:spcAft>
                <a:spcPts val="169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Status - auto-set to 'Pending'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389120"/>
            <a:ext cx="42976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4572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Request Statuses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5029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Pending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DH Approved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CH Approved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Buyer Assigned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Quoted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PO Generated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6. APPROVAL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Request Lifecycle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463040" cy="8229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Submits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2286000"/>
            <a:ext cx="5486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DH</a:t>
            </a:r>
            <a:br/>
            <a:r>
              <a:t>Review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2286000"/>
            <a:ext cx="5486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146304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Capex Head</a:t>
            </a:r>
            <a:br/>
            <a:r>
              <a:t>Approval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2286000"/>
            <a:ext cx="5486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146304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  <a:br/>
            <a:r>
              <a:t>Assigned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80960" y="2286000"/>
            <a:ext cx="5486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146304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Quotation</a:t>
            </a:r>
            <a:br/>
            <a:r>
              <a:t>&amp; Comparison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09760" y="2286000"/>
            <a:ext cx="5486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2011680"/>
            <a:ext cx="1463040" cy="8229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</a:t>
            </a:r>
            <a:br/>
            <a:r>
              <a:t>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53035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Department Head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View all pending requests from department users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Open request detail to review specifications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Approve: Request moves to Capex Head review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Reject: Request sent back to user with comments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Requests appear in 'Pending Tasks' on dashboard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Can add remarks/comments before approving/rejecting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91840"/>
            <a:ext cx="53035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Capex Head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8404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Review DH-approved requests for final authorization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Approve: Enables buyer assignment for procurement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Reject: Request returned with rejection reason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Assign Buyer: Select from available buyers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Monitor all requests across departments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Track cost savings and budget utilization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8. BUYER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Quotations, Comparison &amp; Purchase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1. Supplier Quotations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Add supplier details (name, contact)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Enter quoted prices (initial &amp; final)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Upload quotation documents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Add multiple suppliers for comparison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Track negotiation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2. Price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Side-by-side supplier comparison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Compare initial vs final prices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Calculate cost savings automatically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Select preferred supplier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Justify selection with comments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3. Purchase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031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Generate PO from approved quotation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PO number auto-assigned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Track PO status and delivery dates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Upload PO documents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Link PO to CAPEX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Buyer Dashboard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Pending Tasks widget shows all assigned requests requiring action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Quick filters by status (Quoted, PO Pending, Sample Required, etc.)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Buyer-specific analytics: quotations sent, POs generated, cost savings achieved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Sample management: initiate, track dispatch, verify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9. SAMPLE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Request, Dispatch &amp; Inspection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55448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Sample</a:t>
            </a:r>
            <a:br/>
            <a:r>
              <a:t>Requested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80" y="1783080"/>
            <a:ext cx="45720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8880" y="1554480"/>
            <a:ext cx="155448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Under</a:t>
            </a:r>
            <a:br/>
            <a:r>
              <a:t>Preparation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1783080"/>
            <a:ext cx="45720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1554480" cy="7315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Ready for</a:t>
            </a:r>
            <a:br/>
            <a:r>
              <a:t>Dispatch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35040" y="1783080"/>
            <a:ext cx="45720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155448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Gate Pass</a:t>
            </a:r>
            <a:br/>
            <a:r>
              <a:t>Issued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46719" y="1783080"/>
            <a:ext cx="45720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554480"/>
            <a:ext cx="1554480" cy="7315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Dispatched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58400" y="1783080"/>
            <a:ext cx="45720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32720" y="1554480"/>
            <a:ext cx="155448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30352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Sample Request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Linked to CAPEX request and supplier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Specify quantity, packing type, special instructions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Track preparation status with buyer updates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Upload challan and gate pass documents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Record dispatch details (vehicle, driver, tracking)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Delivery confirmation with date and photos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Visibility: Buyers see only their own samples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Others see read-only sample details via request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530352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Sample Card Information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918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Sample ID and linked request number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Supplier name and contact details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Quantity and packing type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Current status with color-coded badges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Preparation and dispatch timestamps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Gate pass number and challan reference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File attachments (documents, photos)</a:t>
            </a:r>
          </a:p>
          <a:p>
            <a:pPr>
              <a:spcAft>
                <a:spcPts val="143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Cards support pagination for large lists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10. DASHBOARD &amp;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Statistics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Total Requests count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Pending approvals count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Active POs in pipeline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Cost savings achieved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Role-specific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Executive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Department spend analysis (chart)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Budget vs actual comparison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Status breakdown pie chart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Buyer performance metrics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Cost savings by supplier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Recent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Sortable table with all requests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Click to view full details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Status badges with colors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Quick search and filters</a:t>
            </a:r>
          </a:p>
          <a:p>
            <a:pPr>
              <a:spcAft>
                <a:spcPts val="132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Pagination for large 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Dashboard Customization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Access Settings (gear icon in sidebar) &gt; Dashboard tab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Toggle widget visibility ON/OFF for a personalized dashboard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Drag and reorder widgets to prioritize what matters most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Available widgets: Statistics Cards, Executive Analytics, Pending Tasks, Requests Table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Customizations are saved per user and persist across sessions</a:t>
            </a:r>
          </a:p>
          <a:p>
            <a:pPr>
              <a:spcAft>
                <a:spcPts val="182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Reset to default layout anytime with one click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11. SETTINGS &amp; CUSTOMIZATION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Appearance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Choose from multiple color themes (Aurora, Sunset, Ocean, etc.)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Theme changes apply to the entire user dashboard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Adjust font size preferences (Small, Medium, Large)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Visual preview of each theme with color swatches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Changes saved instantly and persist across 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Security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Change password (current + new + confirm)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Password strength requirements enforced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Session management information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Last login timestamp display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Account security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Dashboard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Toggle individual widget visibility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Drag widgets up/down to reorder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Available: Stats, Analytics, Pending Tasks, Requests Table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Save layout configuration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Reset to default with one click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Help &amp;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480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Start Interactive Tutorial (11-step walkthrough)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Download User Manual (this PPT)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Tooltips guide new users through the interface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Context-sensitive help throughout the app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AI Assistant available for instant answers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12. AI ASSISTANT - CAPEX 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Your Intelligent Portal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Powered by OpenAI GPT-5 for intelligent responses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Click the 'Capex Man' floating button on the dashboard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Ask questions in natural language about: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How to submit a request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Status of your pending approvals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Understanding approval workflows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Cost savings and budget queries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     - System navigation and feature guidance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Context-aware: understands your role and permissions</a:t>
            </a:r>
          </a:p>
          <a:p>
            <a:pPr>
              <a:spcAft>
                <a:spcPts val="168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Conversation history maintained within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5720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Example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01168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"How do I create a new CAPEX request?"</a:t>
            </a:r>
          </a:p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"What is the status of my pending approvals?"</a:t>
            </a:r>
          </a:p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"Explain the sample dispatch process"</a:t>
            </a:r>
          </a:p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"How do I compare supplier quotations?"</a:t>
            </a:r>
          </a:p>
          <a:p>
            <a:pPr>
              <a:spcAft>
                <a:spcPts val="156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"What permissions does a Buyer have?"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389120"/>
            <a:ext cx="45720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4572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AI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50292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Natural language understanding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Role-aware responses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Process guidance and tutorials</a:t>
            </a:r>
          </a:p>
          <a:p>
            <a:pPr>
              <a:spcAft>
                <a:spcPts val="1439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Data-driven answers from portal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13. NOTIFICATIONS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Stay Updated on Request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Notification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Request Submitted - confirmation to submitter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Approval Required - alert to DH/Capex Head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Request Approved/Rejected - status update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Buyer Assigned - notification to buyer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Quotation Added - update to stakeholders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PO Generated - procurement notification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Sample Status Change - dispatch updates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Password Reset - admin notification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System Announcements - portal-wide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How Notifications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Bell icon in the top header shows unread count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Click bell to see notification dropdown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Unread notifications highlighted with blue background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Click a notification to navigate to the relevant page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Mark all as read with one click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Notifications auto-generated for key workflow events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Real-time updates without page refresh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Up to 10 most recent notifications shown</a:t>
            </a:r>
          </a:p>
          <a:p>
            <a:pPr>
              <a:spcAft>
                <a:spcPts val="156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Older notifications accessible via notification page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QUICK REFERENCE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Navigation Shortcuts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Sidebar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Dashboard - Home/overview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All Requests - Browse all CAPEX requests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Samples - Sample request management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New Request - Submit new CAPEX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Notifications - View all notifications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User Details - Profile &amp; user info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Settings - Customize &amp; configure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Sidebar can be collapsed/expanded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with the toggle button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On mobile: Use hamburger menu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Keyboard Shortcuts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Space / Enter - Open login form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Common Actions: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Click card - View request details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Click status badge - See status info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Click bell icon - View notifications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Click profile - User dropdown menu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Filters: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Status dropdown - Filter by status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Buyer dropdown - Filter by buyer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Search bar - Quick text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Mobile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Fully responsive design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Works on all screen sizes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Mobile Features: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Hamburger menu for navigation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Touch-friendly card interfaces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Swipe-friendly tab navigation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Stacked layouts on small screens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Scrollable tables with touch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Optimized for:</a:t>
            </a:r>
          </a:p>
          <a:p>
            <a:pPr>
              <a:spcAft>
                <a:spcPts val="11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iPhone, Android, Tablets, iPad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Calibri"/>
              </a:defRPr>
            </a:pPr>
            <a:r>
              <a:t>CAPEX PROCUREMENT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User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072591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1F5F9"/>
                </a:solidFill>
                <a:latin typeface="Calibri"/>
              </a:defRPr>
            </a:pPr>
            <a:r>
              <a:t>For support, contact your system 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or use the AI Assistant (Capex Man) for instant 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Designed &amp; Developed by Saurabh Jangir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Version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